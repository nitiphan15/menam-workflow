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ภาพรวมระบบ PO Online สำหรับผู้ใช้จัดซื้อและผู้อนุมัติ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เน้นว่า ERP session เป็นของ user แต่ละคน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 checkbox PDF/Mail ที่แยกคอลัมน์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พูดถึงเงื่อนไข Attached ที่หน้า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ลายเซ็นและวันที่มาจาก transaction approval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เน้นว่า step 2 ไป step 3 ไม่ส่ง mail auto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เหตุผลที่ไม่ render PDF เองคือปัญหา encoding/font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เหมาะกับการรวมส่งมากกว่า spam ทีละ 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ไม่ควรทับ routes/web.php ทั้งไฟล์จาก dev ไป prod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PO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PO Online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56032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75569"/>
                </a:solidFill>
              </a:defRPr>
            </a:pPr>
            <a:r>
              <a:t>ERP PDF, approval, signature overlay, and selected mail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8046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Login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172A"/>
                </a:solidFill>
              </a:defRPr>
            </a:pPr>
            <a:r>
              <a:t>Login and ERP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เข้าใช้งานระบบ workflow แล้วเชื่อม ERP session สำหรับพิมพ์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ผู้ใช้ login เข้าระบบ menam-workflow ด้วยบัญชีของระบบ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ปุ่ม Connect ERP ใช้ username/password ของ ERP เพื่อรับ PHPSESSID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PHPSESSID ถูกเก็บใน session ของผู้ใช้ ไม่ควร fix ไว้ใน .env สำหรับทุกคน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ถ้า ERP session หมดอายุ ให้ Connect ERP หรือ Save Session ใหม่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172A"/>
                </a:solidFill>
              </a:defRPr>
            </a:pPr>
            <a:r>
              <a:t>PO List and Department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จัดกลุ่มตามแผนก และเลือกงานตาม status/source/date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Combobox กลุ่มแผนกแสดงจากรายการทั้งหมดตาม filter อื่น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เลือก PDF แยกจากเลือก Mail เพื่อลดความสับสน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PDF เลือกได้ทุก PO ที่มีข้อมูล local header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Mail เลือกได้เฉพาะ Waiting Department Approval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Attachment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172A"/>
                </a:solidFill>
              </a:defRPr>
            </a:pPr>
            <a:r>
              <a:t>Attach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แนบไฟล์ก่อน submit เพื่อให้ PO เข้าสู่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PO ใหม่ต้องเปิดเข้าหน้ารายละเอียดก่อนแนบไฟล์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รายการที่ไม่มีไฟล์แนบจะยัง submit ไม่ได้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สถานะ Draft/Rejected ยังแก้เอกสารแนบได้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ระบบเก็บไฟล์แนบไว้ใน public storage และผูกกับ po_attached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Signature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172A"/>
                </a:solidFill>
              </a:defRPr>
            </a:pPr>
            <a:r>
              <a:t>User Signature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ลายเซ็นถูกอัปโหลดที่ Profile และนำไปแปะใน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ผู้อนุมัติอัปโหลด PNG/JPG ที่หน้า Profile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ระบบ crop/resize และลบพื้นหลังอ่อนให้เหมาะกับช่องลายเซ็น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Ordered by ใช้ approval จาก step 2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Authorized by ใช้ approval จาก step 3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วันที่ใต้ลายเซ็นมาจากวันที่ approve จริง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172A"/>
                </a:solidFill>
              </a:defRPr>
            </a:pPr>
            <a:r>
              <a:t>Approval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เก็บ transaction ทุก step แม้ผู้อนุมัติเป็นคนเดิม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Step 1: Purchase submit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Step 2: Purchase approval, min approvals = 2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Step 3: Department approval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ถ้าคนเดิมต้อง approve ซ้ำใน step ถัดไป ระบบยังสร้าง pending transaction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PP และ WOCR ยังใช้ MySQL workflow เดิมผ่าน WorkflowDb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PDF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172A"/>
                </a:solidFill>
              </a:defRPr>
            </a:pPr>
            <a:r>
              <a:t>Download ERP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ดึง PDF จาก ERP แล้ว overlay ลายเซ็นฝั่ง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ระบบเรียก rp-forms.php ของ ERP ด้วย purchase_id และ form_id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ใช้ FPDI import PDF เดิมจาก ERP เพื่อไม่ให้ font ภาษาไทยเพี้ยน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แปะลายเซ็นและวันที่หลังจาก import PDF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รองรับ Download PDF รายตัว, ทั้งกลุ่ม, และรายการที่เลือก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172A"/>
                </a:solidFill>
              </a:defRPr>
            </a:pPr>
            <a:r>
              <a:t>Selected 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จัดซื้อเลือกส่ง mail step 3 เองเป็นรอบเดียว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Approve จาก step 2 ไป step 3 ไม่ส่ง mail อัตโนมัติ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จัดซื้อเลือก checkbox Mail เฉพาะ Waiting Department Approval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ระบบรวมหลาย PO เป็นเมลเดียวต่อผู้อนุมัติหนึ่ง email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Recipient อิงจาก users.email จริงใน workflow authorizes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F172A"/>
                </a:solidFill>
              </a:defRPr>
            </a:pPr>
            <a:r>
              <a:t>Deployment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ส่งเฉพาะ PO module และ dependency ที่จำเป็น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Deploy routes/po.php และเพิ่ม require ใน routes/web.php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Deploy PO controllers, models, service, views, and mail views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Deploy WorkflowDb, SqlServerDb, WorkflowEngine, ApproverResolver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Run DB changes: po_headers, po_attached, signature columns, PO workflow config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Install python-pptx only for this presentation script; app runtime needs PHP package FPDI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